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64D8"/>
          </a:solidFill>
          <a:ln w="12700">
            <a:solidFill>
              <a:srgbClr val="2B6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과제 목표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32104"/>
            <a:ext cx="10972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Kanban DB를 Codex 협업 시스템으로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스타트업 문제해결 · 과제 #7  |  어노잉 오렌지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1920240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351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#5의 데이터 구조는 유지하고, 백엔드·CLI·에이전트 작업 기록을 연결했습니다.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47472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127248"/>
            <a:ext cx="54864" cy="301752"/>
          </a:xfrm>
          <a:prstGeom prst="rect">
            <a:avLst/>
          </a:prstGeom>
          <a:solidFill>
            <a:srgbClr val="2B64D8"/>
          </a:solidFill>
          <a:ln w="12700">
            <a:solidFill>
              <a:srgbClr val="2B6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035808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3712464"/>
            <a:ext cx="29809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6개 테이블을 활용한 보드/카드 CRUD와 역할 검사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52544" y="2834640"/>
            <a:ext cx="347472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5424" y="3127248"/>
            <a:ext cx="54864" cy="301752"/>
          </a:xfrm>
          <a:prstGeom prst="rect">
            <a:avLst/>
          </a:prstGeom>
          <a:solidFill>
            <a:srgbClr val="DC8C31"/>
          </a:solidFill>
          <a:ln w="12700">
            <a:solidFill>
              <a:srgbClr val="DC8C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3035808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Typer CLI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3712464"/>
            <a:ext cx="29809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생성·이동·조회 및 JSON / Text 출력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55864" y="2834640"/>
            <a:ext cx="347472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38744" y="3127248"/>
            <a:ext cx="54864" cy="301752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9056" y="3035808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Skill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02752" y="3712464"/>
            <a:ext cx="29809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계획·진행·결과·차단 기록, 중복 등록 방지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64D8"/>
          </a:solidFill>
          <a:ln w="12700">
            <a:solidFill>
              <a:srgbClr val="2B6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아키텍처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32104"/>
            <a:ext cx="10972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사람과 Codex가 같은 API를 사용합니다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스타트업 문제해결 · 과제 #7  |  어노잉 오렌지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2677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32278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Codex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53512" y="317296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B64D8"/>
                </a:solidFill>
              </a:rPr>
              <a:t>→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3337560" y="2788920"/>
            <a:ext cx="22677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32278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Typer CLI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50992" y="317296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B64D8"/>
                </a:solidFill>
              </a:rPr>
              <a:t>→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035040" y="2788920"/>
            <a:ext cx="22677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32278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48472" y="317296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B64D8"/>
                </a:solidFill>
              </a:rPr>
              <a:t>→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8732520" y="2788920"/>
            <a:ext cx="2267712" cy="1280160"/>
          </a:xfrm>
          <a:prstGeom prst="roundRect">
            <a:avLst>
              <a:gd name="adj" fmla="val 5714"/>
            </a:avLst>
          </a:prstGeom>
          <a:solidFill>
            <a:srgbClr val="121C33"/>
          </a:solidFill>
          <a:ln w="12700">
            <a:solidFill>
              <a:srgbClr val="121C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51392" y="32278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Supabase DB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4727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· boards · board_members · columns · cards · card_assignees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53218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SQLite 테스트 통과  /  공유 Supabase 연결은 복원 제한으로 미검증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64D8"/>
          </a:solidFill>
          <a:ln w="12700">
            <a:solidFill>
              <a:srgbClr val="2B6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CLI &amp; AGENT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32104"/>
            <a:ext cx="10972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작업 생성부터 완료까지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스타트업 문제해결 · 과제 #7  |  어노잉 오렌지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" y="2121408"/>
            <a:ext cx="539496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86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등록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752344"/>
            <a:ext cx="4892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kanban register  ... --work-key demo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121408"/>
            <a:ext cx="539496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86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계획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752344"/>
            <a:ext cx="4892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kanban log ... --kind plan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" y="3584448"/>
            <a:ext cx="539496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749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진행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4215384"/>
            <a:ext cx="4892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kanban log ... --kind progress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3584448"/>
            <a:ext cx="539496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749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결과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4215384"/>
            <a:ext cx="4892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kanban log ... --kind result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63270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8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work-key로 재실행 시 동일 카드를 재사용하도록 구현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64D8"/>
          </a:solidFill>
          <a:ln w="12700">
            <a:solidFill>
              <a:srgbClr val="2B6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검증 결과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32104"/>
            <a:ext cx="10972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검증한 것과 아직 남은 것을 구분했습니다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스타트업 문제해결 · 과제 #7  |  어노잉 오렌지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" y="2130552"/>
            <a:ext cx="5376672" cy="3328416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2423160"/>
            <a:ext cx="54864" cy="301752"/>
          </a:xfrm>
          <a:prstGeom prst="rect">
            <a:avLst/>
          </a:prstGeom>
          <a:solidFill>
            <a:srgbClr val="16866B"/>
          </a:solidFill>
          <a:ln w="12700">
            <a:solidFill>
              <a:srgbClr val="168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331720"/>
            <a:ext cx="4828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PASS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08376"/>
            <a:ext cx="48828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pytest 자동 테스트 24개 통과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독립 프로세스 CLI → API → SQLite E2E 통과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카드 재등록 중복 방지 및 계획·결과 기록 검증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81928" y="2130552"/>
            <a:ext cx="5257800" cy="3328416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2423160"/>
            <a:ext cx="54864" cy="301752"/>
          </a:xfrm>
          <a:prstGeom prst="rect">
            <a:avLst/>
          </a:prstGeom>
          <a:solidFill>
            <a:srgbClr val="DC8C31"/>
          </a:solidFill>
          <a:ln w="12700">
            <a:solidFill>
              <a:srgbClr val="DC8C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331720"/>
            <a:ext cx="4709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 / 차단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28816" y="3008376"/>
            <a:ext cx="476402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공유 Supabase 프로젝트 비활성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무료 플랜 프로젝트 한도로 복원 거절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실제 Codex → 공유 DB 기록 미검증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GitHub 원격 푸시 검증 필요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64D8"/>
          </a:solidFill>
          <a:ln w="12700">
            <a:solidFill>
              <a:srgbClr val="2B6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발표 마무리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32104"/>
            <a:ext cx="10972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시연 — 재현 가능한 순서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스타트업 문제해결 · 과제 #7  |  어노잉 오렌지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084832"/>
            <a:ext cx="5330952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77440"/>
            <a:ext cx="54864" cy="301752"/>
          </a:xfrm>
          <a:prstGeom prst="rect">
            <a:avLst/>
          </a:prstGeom>
          <a:solidFill>
            <a:srgbClr val="2B64D8"/>
          </a:solidFill>
          <a:ln w="12700">
            <a:solidFill>
              <a:srgbClr val="2B6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286000"/>
            <a:ext cx="4782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" y="2962656"/>
            <a:ext cx="483717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python -m app.bootstrap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FastAPI 서버 실행 및 /docs 확인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CLI JSON 모드에서 작업 등록·이동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로그·보드 조회, 테스트 24개 제시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45352" y="2084832"/>
            <a:ext cx="5276088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2377440"/>
            <a:ext cx="54864" cy="301752"/>
          </a:xfrm>
          <a:prstGeom prst="rect">
            <a:avLst/>
          </a:prstGeom>
          <a:solidFill>
            <a:srgbClr val="2B64D8"/>
          </a:solidFill>
          <a:ln w="12700">
            <a:solidFill>
              <a:srgbClr val="2B6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2286000"/>
            <a:ext cx="4727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962656"/>
            <a:ext cx="478231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DB를 복제한 것이 아닙니다.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모델과 API를 재사용했고,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작업 이력을 팀의 카드 안에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641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기록할 수 있도록 확장했습니다.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Kanban Agent</dc:title>
  <dc:subject>과제 #7</dc:subject>
  <dc:creator>Annoying Orange Team</dc:creator>
  <cp:lastModifiedBy>Annoying Orange Team</cp:lastModifiedBy>
  <cp:revision>1</cp:revision>
  <dcterms:created xsi:type="dcterms:W3CDTF">2026-10-18T17:28:47Z</dcterms:created>
  <dcterms:modified xsi:type="dcterms:W3CDTF">2026-10-18T17:28:47Z</dcterms:modified>
</cp:coreProperties>
</file>